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6000" y="21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맑은 고딕"/>
              </a:rPr>
              <a:t>BIGB 제안서 그림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6000" y="302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맑은 고딕"/>
              </a:rPr>
              <a:t>AI CCTV 배치 적정성 평가 모델   ·   슬라이드 하나에 그림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6000" y="3744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캡션은 제안서에 그대로 쓸 수 있게 수치를 넣어 적었다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원본 PNG 는 outputs/figures/ 에 300dpi 로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수치가 바뀌면 make_figures.py → make_figures_extra.py → 이 파일 순으로 다시 돌린다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생성 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사람, 같은 카메라. 조건만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§2 현황분석·문제점</a:t>
            </a:r>
          </a:p>
        </p:txBody>
      </p:sp>
      <p:pic>
        <p:nvPicPr>
          <p:cNvPr id="5" name="Picture 4" descr="fig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5" y="1260000"/>
            <a:ext cx="1063309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1. 설치 조건에 따른 화면 속 작업자. 오른쪽은 현장에서 흔한 조건이며 이 조건의 미착용 검출률은 사실상 0이다.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말로 설명하면 안 와닿는 것을 3초에 끝낸다. 심사위원 대부분은 건설 쪽이지 비전 쪽이 아니다. 제안서에서 가장 앞에 두는 그림.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이 그림 하나가 문제 제기를 통째로 대신한다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설치 조건이 검출률을 어떻게 깎는가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838368"/>
            <a:ext cx="11016000" cy="2947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2. 실측 검출확률 곡선. 288조건 × 500장 추론, 주 지표 R² = 0.8977.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축을 각각 곡선으로 만들고 곱한다. θ는 45도까지 버티다 61도 부근에서 절벽처럼 무너진다.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아이디어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8대인데 자를 바꾸면 배치가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2176579"/>
            <a:ext cx="11016000" cy="2270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3. 동일 예산 8대에서 미달 복셀 8,202 → 2,706개 (67% 감소).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배치를 모두 실측 곡선의 자로 재측정했다. 평균 검출률 차이는 +0.0750로 작아 보이지만 못 보는 자리가 3분의 1로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실증. 평균이 아니라 꼬리를 보여주는 것이 요점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75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입력에서 처방까지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2000" y="75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이 장은 도형이라 PPT 에서 편집됩니다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8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CCTV 계획서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위치·높이·방위·화각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2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골조 형상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도면·BIM·실측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위험구역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안전관리계획서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0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공정표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시간대별 작업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00" y="2538000"/>
            <a:ext cx="110160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8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604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4600" y="25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맑은 고딕"/>
              </a:rPr>
              <a:t>입력 ― 네 개의 계약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복셀화 + 광선투사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ρ · θ · 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검출확률 곡선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f(ρ)·g(θ)·h(o)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0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0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다중 카메라 결합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1 - Π(1-P)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4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4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100점 채점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배점 × 달성률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처방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재배치 → 증설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16600" y="2538000"/>
            <a:ext cx="0" cy="1493999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6600" y="5004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맑은 고딕"/>
              </a:rPr>
              <a:t>ρ 화면 속 머리 크기(픽셀)   ·   θ 내려다보는 각도   ·   o 가려진 정도   ·   P 검출확률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4. 처리 흐름. 입력은 네 개의 계약 파일이며 실제 도면·계획서를 그 형식으로 넣으면 그대로 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796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굵은 테두리 상자 둘이 이 연구의 몫이다. 나머지는 기존 기법을 조합한 것이고, 새로운 것은 검출확률을 실측해 연속값으로 다루는 것과 그 위에서 위험가중으로 채점한다는 점이다.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6336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도형이라 PPT 에서 바로 수정된다. 그림 파일 판은 outputs/figures/fig_pipeline.png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100점을 어디서 잃었나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427684"/>
            <a:ext cx="11016000" cy="3768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5. 예시 계획서 채점. 총점 75.5/100, 등급 C. 치명 구역 4곳 미달로 등급 상한이 걸렸다.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단일 커버리지 %가 지우는 정보를 되살리는 그림. 개구부 주변이 배점 19.2점 중 7.4점만 얻은 것이 한눈에 보인다.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빗금(배점)과 채움(획득)이라 흑백 출력에서도 읽힌다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옮기면 되는가, 더 달아야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 / §6 파급효과</a:t>
            </a:r>
          </a:p>
        </p:txBody>
      </p:sp>
      <p:pic>
        <p:nvPicPr>
          <p:cNvPr id="5" name="Picture 4" descr="fig_pre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00" y="1260000"/>
            <a:ext cx="866400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6. 처방. 같은 8대 재배치로 95.6점까지 오르나 개구부가 남고, 9대를 증설하면 100.0점에 도달한다.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대수를 늘리기 전에 재배치를 먼저 시도한다는 것이 실무에서 받아들여지는 이유다. 예산을 쓰지 않고 되는 일을 증설로 답하면 발주처가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검출확률 히트맵 — 평면과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</a:t>
            </a:r>
          </a:p>
        </p:txBody>
      </p:sp>
      <p:pic>
        <p:nvPicPr>
          <p:cNvPr id="5" name="Picture 4" descr="fi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327832"/>
            <a:ext cx="11016000" cy="3968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7. 심사자 화면. 복셀별 검출확률을 색으로, 카메라 위치와 화각을 부채꼴로 표시한다. 붉을수록 검출확률이 낮은 곳이다.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평면은 어디가 안 보이는지 위치를 읽게 하고, 3D 는 층이 쌓여 있다는 것을 보인다. 한 장만 쓰면 둘 중 하나를 잃는다. 이 그림만 컬러다 — 검출확률 히트맵은 색이 정보를 지기 때문이다.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tools/capture_mockup.py 가 두 판을 다시 찍는다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스마트 안전보고서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 / §6 파급효과</a:t>
            </a:r>
          </a:p>
        </p:txBody>
      </p:sp>
      <p:pic>
        <p:nvPicPr>
          <p:cNvPr id="5" name="Picture 4" descr="fig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71" y="1260000"/>
            <a:ext cx="5109457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8. 자동 생성되는 안전보고서. 건설기술진흥법 시행규칙 별표 7 의 CCTV 설치·운용계획 칸을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A4 한 장을 그대로 넣으면 1:2.9 로 길쭉해 글씨가 안 읽힌다. 세로로 반을 갈라 좌우로 놓아 1:0.7 로 만들었다. 긴 표는 앞부분만 남겼다.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필수로 올림 · 법정 서류에 자리가 있다는 §1 논거와 짝을 이룬다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시간대별 위험구역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ime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252" y="1260000"/>
            <a:ext cx="5264696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9. 하루 다섯 시간대 진단. 최악은 W3 시간대이며 종합은 평균이 아니라 최악값으로 대표한다.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고정 배치가 시간에 따라 달라지는 위험을 따라가는지 보인다. 카메라를 옮기는 4D 최적화와는 축이 다르다. 목업에는 시간대 화면이 없어 보고서 7절을 오려 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선택 · 그림 8 안에도 같은 내용이 있다. 둘 중 하나만 써도 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1A1A"/>
                </a:solidFill>
                <a:latin typeface="맑은 고딕"/>
              </a:rPr>
              <a:t>넣지 말 것 · 제작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넣지 말 것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DORI 등급 스윕, 민감도 스윕 — 표가 낫다. 그림은 자리만 먹는다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(민감도는 ΔWDR +0.0249 ~ +0.0356 한 줄이면 끝난다)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코드 스크린샷 — 값어치가 없다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2D/2.5D/3D 세 장 나란히 — 지면에서는 중복. 하나만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곡선 파라미터 표를 그림으로 — 본문 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제작 규칙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300dpi PNG, 가로 최소 2,000px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색만으로 구분하지 않는다. 심사위원이 흑백 출력할 수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→ 빗금·선 모양·마커를 같이 쓴다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캡션에 수치를 넣는다. 본문을 안 읽고 그림만 훑을 때 남는 한 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그림 번호는 절 번호와 맞춘다 (그림 3-1, 3-2)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15매에 그림 9개면 실질 4~5쪽. 본문 분량을 먼저 잡고 넣는다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