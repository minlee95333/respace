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75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2000" y="756000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이 장은 도형이라 PPT 에서 편집됩니다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8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CCTV 계획서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위치·높이·방위·화각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2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골조 형상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도면·BIM·실측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6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위험구역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안전관리계획서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20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공정표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시간대별 작업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8600" y="2538000"/>
            <a:ext cx="1101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04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4600" y="259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맑은 고딕"/>
              </a:rPr>
              <a:t>입력 ― 네 개의 계약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복셀화 + 광선투사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ρ · θ · 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검출확률 곡선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f(ρ)·g(θ)·h(o)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0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0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다중 카메라 결합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1 - Π(1-P)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4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100점 채점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배점 × 달성률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8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8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처방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재배치 → 증설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6600" y="2538000"/>
            <a:ext cx="0" cy="1493999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6600" y="5004000"/>
            <a:ext cx="100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ρ 화면 속 머리 크기(픽셀)   ·   θ 내려다보는 각도   ·   o 가려진 정도   ·   P 검출확률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5796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굵은 테두리 상자 둘이 이 연구의 몫이다. 나머지는 기존 기법을 조합한 것이고, 새로운 것은 검출확률을 실측해 연속값으로 다루는 것과 그 위에서 위험가중으로 채점한다는 점이다.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6336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도형이라 PPT 에서 바로 수정된다. 그림 파일 판은 outputs/figures/fig_pipeline.png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</a:t>
            </a:r>
          </a:p>
        </p:txBody>
      </p:sp>
      <p:pic>
        <p:nvPicPr>
          <p:cNvPr id="5" name="Picture 4" descr="m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23" y="1260000"/>
            <a:ext cx="7742353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7. 심사자 화면. 복셀별 검출확률을 색으로, 카메라 화각을 부채꼴로 표시한다.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PT 승부처. 지면에서는 한 장만 쓰고 2D/2.5D 전환은 발표에서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스크린샷이라 해상도 확인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fig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724" y="1260000"/>
            <a:ext cx="5133752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8. 자동 생성되는 안전보고서. 건설기술진흥법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A4 한 장을 그대로 넣으면 1:2.9 로 길쭉해 글씨가 안 읽힌다. 세로로 반을 갈라 좌우로 놓아 1:0.7 로 만들었다. 긴 표는 앞부분만 남겼다.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필수로 올림 · 법정 서류에 자리가 있다는 §1 논거와 짝을 이룬다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time-ph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265" y="1260000"/>
            <a:ext cx="2582669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고정 배치가 시간에 따라 달라지는 위험을 따라가는지 보인다. 카메라를 옮기는 4D 최적화와는 축이 다르다.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자리가 모자라면 표로 대체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